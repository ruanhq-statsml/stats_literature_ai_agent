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B59B6"/>
                </a:solidFill>
              </a:defRPr>
            </a:pPr>
            <a:r>
              <a:t>Psychology Research to E-Commerce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23232"/>
                </a:solidFill>
              </a:defRPr>
            </a:pPr>
            <a:r>
              <a:t>Translating Behavioral Science into Product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3498DB"/>
                </a:solidFill>
              </a:defRPr>
            </a:pPr>
            <a:r>
              <a:t>Behavioral 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January 2026 | Multi-Agent Research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Research to Application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822960"/>
            <a:ext cx="15544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PSYCHOLOGY</a:t>
            </a:r>
            <a:br/>
            <a:r>
              <a:t>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822960"/>
            <a:ext cx="155448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INDUSTRY</a:t>
            </a:r>
            <a:br/>
            <a:r>
              <a:t>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822960"/>
            <a:ext cx="15544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PRODUCT</a:t>
            </a:r>
            <a:br/>
            <a:r>
              <a:t>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822960"/>
            <a:ext cx="15544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A/B</a:t>
            </a:r>
            <a:br/>
            <a:r>
              <a:t>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822960"/>
            <a:ext cx="15544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PRODUCTION</a:t>
            </a:r>
            <a:br/>
            <a:r>
              <a:t>ROLLOUT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83080" y="1097280"/>
            <a:ext cx="109728" cy="109728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429000" y="1097280"/>
            <a:ext cx="109728" cy="109728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074920" y="1097280"/>
            <a:ext cx="109728" cy="109728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720840" y="1097280"/>
            <a:ext cx="109728" cy="109728"/>
          </a:xfrm>
          <a:prstGeom prst="rightArrow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" y="1828800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Behavioral Psych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176272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Cognitive Psych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2523744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Social Psych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871216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Consumer Psych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3218688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UX Psychology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1828800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Amazon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74519" y="2176272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Netflix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2523744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Booking.com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2871216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Social Proof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74519" y="3218688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Nudge Theory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1828800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User Personas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176272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Feature Specs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2523744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MVP Definition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2871216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Ethical Framework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218688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Go-to-Market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1828800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Sample Size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66360" y="2176272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Early Stopping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2523744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Segmentation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60" y="2871216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Metrics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3218688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Duration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80" y="1828800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Phased Rollout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2176272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Monitoring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2280" y="2523744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Iteration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2871216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Scale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12280" y="3218688"/>
            <a:ext cx="1463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23232"/>
                </a:solidFill>
              </a:defRPr>
            </a:pPr>
            <a:r>
              <a:t>Measurement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" y="3840480"/>
            <a:ext cx="832104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23232"/>
                </a:solidFill>
              </a:defRPr>
            </a:pPr>
            <a:r>
              <a:t>Target: +20% Conversion | +40% Repeat Purchase | +33% Search Success | -14% Cart Abandonment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B59B6"/>
                </a:solidFill>
              </a:defRPr>
            </a:pPr>
            <a:r>
              <a:t>Psychology Research Domains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685800"/>
            <a:ext cx="8229600" cy="6858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Behavioral Psychology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Operant conditioning, habit formation, rewards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8229600" cy="6858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Cognitive Psychology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Mental models, attention, memory,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40280"/>
            <a:ext cx="8229600" cy="685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Social Psychology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Social proof, conformity, reciprocity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017520"/>
            <a:ext cx="8229600" cy="6858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Consumer Psychology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Price perception, anchoring,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94760"/>
            <a:ext cx="8229600" cy="6858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UX Psychology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Flow state, aesthetics, peak-end rule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User Personas by Psychology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731520"/>
            <a:ext cx="4023360" cy="15544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Bargain Hunter Beth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Psychology: Price Anchoring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Seeks deals, compares prices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731520"/>
            <a:ext cx="4023360" cy="15544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Influence-Driven Ian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Psychology: Social Proof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Reads reviews, follows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560320"/>
            <a:ext cx="4023360" cy="1554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Habitual Helen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Psychology: Operant Conditioning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Repeat buyer, values convenience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560320"/>
            <a:ext cx="4023360" cy="15544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Occasional Owen</a:t>
            </a:r>
          </a:p>
          <a:p>
            <a:pPr>
              <a:defRPr sz="1200" i="1">
                <a:solidFill>
                  <a:srgbClr val="FFFFFF"/>
                </a:solidFill>
              </a:defRPr>
            </a:pPr>
            <a:r>
              <a:t>Psychology: Cognitive Efficiency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Goal-oriented, needs fast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CC71"/>
                </a:solidFill>
              </a:defRPr>
            </a:pPr>
            <a:r>
              <a:t>Psychology-Based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640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Psychology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40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00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23232"/>
                </a:solidFill>
              </a:defRPr>
            </a:pPr>
            <a: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Smart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058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59B6"/>
                </a:solidFill>
              </a:defRPr>
            </a:pPr>
            <a:r>
              <a:t>Social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00584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Reviews, ratings, popularity indicators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00584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64592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Quick Reorder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459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59B6"/>
                </a:solidFill>
              </a:defRPr>
            </a:pPr>
            <a:r>
              <a:t>Habit 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4592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One-click reorder, subscriptions, rewards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28600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Intelligent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2860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59B6"/>
                </a:solidFill>
              </a:defRPr>
            </a:pPr>
            <a:r>
              <a:t>Cognitive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8600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Autocomplete, suggestions, navigation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28600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2608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Savings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9260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59B6"/>
                </a:solidFill>
              </a:defRPr>
            </a:pPr>
            <a:r>
              <a:t>Price Anchoring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9260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Original price, % off, price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926080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566160"/>
            <a:ext cx="1554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23232"/>
                </a:solidFill>
              </a:defRPr>
            </a:pPr>
            <a:r>
              <a:t>Urgency Indicators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5661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B59B6"/>
                </a:solidFill>
              </a:defRPr>
            </a:pPr>
            <a:r>
              <a:t>Scarcity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56616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232"/>
                </a:solidFill>
              </a:defRPr>
            </a:pPr>
            <a:r>
              <a:t>Stock levels, timers, FOMO triggers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566160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Expected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920240" cy="2011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+20%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Conversion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2.5% → 3.0%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914400"/>
            <a:ext cx="1920240" cy="20116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+40%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Repeat Purchase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25% → 35%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914400"/>
            <a:ext cx="1920240" cy="20116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+33%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Search Success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60% → 80%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914400"/>
            <a:ext cx="1920240" cy="2011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-14%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Cart Abandonment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70% →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23232"/>
                </a:solidFill>
              </a:defRPr>
            </a:pPr>
            <a:r>
              <a:t>Psychology-Driven Impact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By applying behavioral, cognitive, and social psychology principles to e-commerce design, we create more intuitive, trustworthy, and engaging shopping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