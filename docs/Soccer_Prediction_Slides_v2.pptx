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Soccer Game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70C0"/>
                </a:solidFill>
              </a:defRPr>
            </a:pPr>
            <a:r>
              <a:t>Survival Analysis &amp; Statistical ML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January 03,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Problem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Objective: Predict next soccer game occurrence in Pittsburgh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Historical Data: 3 years of consistent playing (~312 games)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Key Insight: This is a TIME-TO-EVENT problem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Question: 'Given I haven't played since X, when will I play next?'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Solution: SURVIVAL ANALYSIS + Time Series Methods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Why Survival Analysis?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Natural framework for 'time-to-next-event' prediction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Handles censored data (ongoing periods without games)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Models hazard rate: instantaneous probability of playing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Incorporates covariates (weather, day, health) naturally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Provides interpretable hazard ratios for risk factors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Survival Analysis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Non-Parametric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Kaplan-Meier Estimator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Survival curves without covariates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Nelson-Aalen cumulative hazard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Log-rank tests for comparisons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Semi/Fully Parametric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Cox Proportional Hazards (PH)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Weibull AFT Model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Log-normal AFT Model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Frailty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Cox Proportional Hazards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h(t|X) = h0(t) x exp(B1*X1 + B2*X2 + ...)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h0(t): Baseline hazard (non-parametric)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exp(Bi): Hazard Ratio - multiplicative effect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Example: HR_weekend = 2.0 means 2x more likely on weekends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Key advantage: No distributional assumption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Accelerated Failure Time (AFT)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Directly models TIME until next game: log(T) = mu + aX + epsilon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Weibull AFT: Flexible hazard (increasing/decreasing)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Log-normal AFT: Bell-shaped hazard curve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Log-logistic AFT: Non-monotonic hazard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Coefficients = time acceleration/deceleration factors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Handling Recurrent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Soccer games are RECURRENT events (multiple over time)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Andersen-Gill Model: Independent increments assumption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PWP Model: Stratifies by event number (1st, 2nd, 3rd game...)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WLW Model: Marginal approach, robust to correlations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Frailty Models: Account for individual heterogeneity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Survival vs Time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Survival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Question: When will event occur?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Output: Survival probability curve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Covariates: Natural integration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Handles censoring naturally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Interpretable hazard ratios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Time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Question: What is the pattern?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Output: Point forecast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Covariates: Feature engineering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Focus: Trend, seasonality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SARIMA, Prophet, XGBoost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Python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Primary Libraries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lifelines: KM, Cox PH, AFT, Frailty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scikit-survival: ML-based survival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statsmodels: Duration models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pycox: Deep learning survival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Key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KaplanMeierFitter().fit()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CoxPHFitter().fit()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WeibullAFTFitter().fit()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predict_survival_function()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Model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Concordance Index (C-index): 0.5=random, 1.0=perfect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Brier Score: Calibration of predicted probabilities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Integrated Brier Score: Overall calibration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Proportional Hazards Test: Schoenfeld residuals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Time-based cross-validation for temporal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Phase 1-2 (Weeks 1-4)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Structure data: start, stop, event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Install lifelines, scikit-survival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Kaplan-Meier baseline curves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Fit Cox PH with covariates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Test PH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Phase 3-4 (Month 2+)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Tune AFT models (Weibull)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Evaluate C-index, Brier score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Compare with SARIMA baseline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Build ensemble model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* Deploy with calendar integration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Survival analysis is IDEAL for time-to-event predictions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Cox PH provides interpretable hazard ratios for covariates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Recurrent event models handle multiple games over time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Combine with time series for robust ensemble predictions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* Python libraries (lifelines) make implementation straightforward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