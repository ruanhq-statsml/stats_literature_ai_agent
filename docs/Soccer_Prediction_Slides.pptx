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Soccer Game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70C0"/>
                </a:solidFill>
              </a:defRPr>
            </a:pPr>
            <a:r>
              <a:t>A Statistical Machine Learning Approach for Pittsburgh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January 03,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Objective: Predict next soccer game occurrence in Pittsburgh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Historical Data: 3 years of consistent playing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Frequency: ~2 games per week until October 2025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Dataset Size: ~312 game occurrences to analyze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Challenge: Account for seasonality, weather, and personal factors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Methodology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Phase 1: Data Collection &amp; Feature Engineering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Phase 2: Exploratory Data Analysis (EDA)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Phase 3: Model Development &amp; Selection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Phase 4: Validation &amp; Implementation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Phase 5: Deployment &amp;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Phase 1: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Core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Temporal: Date, Day, Time, Week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Environmental: Weather data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Calendar: Holidays, Seasons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Personal: Schedule,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Derived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Days since last game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Rolling game frequency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Seasonal indicators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Weather suitability score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Phase 3: Model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Time Series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SARIMA - Seasonal patterns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Prophet - Holidays &amp; trends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Exponential Smoothing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Best for: Regular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Machine Learning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Random Forest - Feature-rich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XGBoost - High accuracy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LSTM - Sequential patterns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Best for: Complex dependencies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Recommended Model: SARIMA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SARIMA(p,d,q)(P,D,Q,s) for seasonal time series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Starting parameters: SARIMA(1,1,1)(1,1,1,52)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Weekly seasonality (s=7) and yearly patterns (s=52)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Handles trends, seasonality, and irregular components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Interpretable results with prediction intervals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Phase 4: Validation &amp;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Train/Test Split: 80/20 time-based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Rolling window cross-validation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Metrics: RMSE, MAE, MASE, Coverage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Benchmark: Compare against naive seasonal baseline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Backtesting on last 6 months of historical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Actionable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Immediate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Week 1-2: Data collection setup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Week 3-4: EDA &amp; baseline model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Month 2: Model training &amp; tuning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972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70C0"/>
                </a:solidFill>
              </a:defRPr>
            </a:pPr>
            <a:r>
              <a:t>Long-term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Month 3: Model deployment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Ongoing: Dashboard &amp; monitoring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• Continuous: Model retraining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Deployment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Automated weekly model retraining pipeline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REST API for predictions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Calendar integration (Google Calendar, iCal)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Mobile notifications for upcoming games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Performance monitoring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Rich historical data enables accurate predictions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SARIMA provides interpretable baseline with strong results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Feature engineering critical for capturing patterns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Iterative approach allows continuous improvement</a:t>
            </a:r>
          </a:p>
          <a:p>
            <a:pPr>
              <a:spcAft>
                <a:spcPts val="1200"/>
              </a:spcAft>
              <a:defRPr sz="2200">
                <a:solidFill>
                  <a:srgbClr val="333333"/>
                </a:solidFill>
              </a:defRPr>
            </a:pPr>
            <a:r>
              <a:t>• Integration with calendar tools enables practical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