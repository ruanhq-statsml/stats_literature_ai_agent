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61" d="100"/>
          <a:sy n="161" d="100"/>
        </p:scale>
        <p:origin x="78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980B9"/>
                </a:solidFill>
              </a:defRPr>
            </a:pPr>
            <a:r>
              <a:t>Research to Real-World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23232"/>
                </a:solidFill>
              </a:defRPr>
            </a:pPr>
            <a:r>
              <a:t>Translating Psychiatry Research into E-Commerce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8E44AD"/>
                </a:solidFill>
              </a:defRPr>
            </a:pPr>
            <a:r>
              <a:t>Optimized Checkout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January 2026 | Multi-Agent Research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t>Research to Application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1463040" cy="64008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1. RESEARCH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097280"/>
            <a:ext cx="1463040" cy="6400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2. TRANSLATE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097280"/>
            <a:ext cx="146304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3.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097280"/>
            <a:ext cx="146304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4. VALIDATE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097280"/>
            <a:ext cx="1463040" cy="6400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5. PRODUCTION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783080" y="1280160"/>
            <a:ext cx="137160" cy="137160"/>
          </a:xfrm>
          <a:prstGeom prst="rightArrow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3429000" y="1280160"/>
            <a:ext cx="137160" cy="137160"/>
          </a:xfrm>
          <a:prstGeom prst="rightArrow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5074920" y="1280160"/>
            <a:ext cx="137160" cy="137160"/>
          </a:xfrm>
          <a:prstGeom prst="rightArrow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6720840" y="1280160"/>
            <a:ext cx="137160" cy="137160"/>
          </a:xfrm>
          <a:prstGeom prst="rightArrow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0040" y="192024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Psychiatry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33172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Psychology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74320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Statistics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15468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Literature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192024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PM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233172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Applications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274320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User Personas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65960" y="315468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Feature Definition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192024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UX/UI Design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233172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Implementation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274320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One-Page Checkout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315468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Auto-Fill System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57800" y="192024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A/B Testing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233172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Early Stopping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274320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Segment Analysis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800" y="315468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Go/No-Go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192024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Phased Rollout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233172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Monitoring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274320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Iteration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03720" y="3154680"/>
            <a:ext cx="13716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Scale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4023360"/>
            <a:ext cx="822960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23232"/>
                </a:solidFill>
              </a:defRPr>
            </a:pPr>
            <a:r>
              <a:t>Target Outcomes: -20% Cart Abandonment | +10% Conversion | -67% Checkout Time | +23% CSAT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343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80B9"/>
                </a:solidFill>
              </a:defRPr>
            </a:pPr>
            <a:r>
              <a:rPr dirty="0"/>
              <a:t>Phase 1: Research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391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80B9"/>
                </a:solidFill>
              </a:defRPr>
            </a:pPr>
            <a:r>
              <a:rPr dirty="0"/>
              <a:t>Psychiatry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rPr dirty="0"/>
              <a:t>• Decision-making &amp; Impulse Control (Bechara, 2005)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rPr dirty="0"/>
              <a:t>• Cognitive Load Theory (</a:t>
            </a:r>
            <a:r>
              <a:rPr dirty="0" err="1"/>
              <a:t>Sweller</a:t>
            </a:r>
            <a:r>
              <a:rPr dirty="0"/>
              <a:t>, 1988)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7766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rPr dirty="0"/>
              <a:t>• Reward Systems (</a:t>
            </a:r>
            <a:r>
              <a:rPr dirty="0" err="1"/>
              <a:t>Berridge</a:t>
            </a:r>
            <a:r>
              <a:rPr dirty="0"/>
              <a:t>, 2007)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10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80B9"/>
                </a:solidFill>
              </a:defRPr>
            </a:pPr>
            <a:r>
              <a:rPr dirty="0"/>
              <a:t>Psychology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7827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rPr dirty="0"/>
              <a:t>• Novelty &amp; Habituation Effects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9731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• Cognitive Biases (Anchoring, Loss Aversion)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1735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rPr dirty="0"/>
              <a:t>• Attention &amp; Visual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14153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80B9"/>
                </a:solidFill>
              </a:defRPr>
            </a:pPr>
            <a:r>
              <a:rPr dirty="0"/>
              <a:t>Statistical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33199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• A/B Testing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53239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• Sample Size Calculation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51413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• Early Stopping Strategies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E44AD"/>
                </a:solidFill>
              </a:defRPr>
            </a:pPr>
            <a:r>
              <a:t>Phase 2: Translation to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80B9"/>
                </a:solidFill>
              </a:defRPr>
            </a:pPr>
            <a:r>
              <a:t>Research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→ Cognitive overload → abandonment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→ Immediate gratification preference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→ Visual attention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→ Trust signals importance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914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Product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✓ One-page checkout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✓ Express checkout 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✓ High-contrast CTAs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✓ Trust badges &amp; SSL indicators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40480" y="2011680"/>
            <a:ext cx="548640" cy="365760"/>
          </a:xfrm>
          <a:prstGeom prst="rightArrow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286000" y="3474720"/>
            <a:ext cx="4572000" cy="10972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Product Manager Agent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Bridges research insights with practical implementation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67E22"/>
                </a:solidFill>
              </a:defRPr>
            </a:pPr>
            <a:r>
              <a:t>Phase 4: Validation - A/B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23232"/>
                </a:solidFill>
              </a:defRPr>
            </a:pPr>
            <a:r>
              <a:t>O'Brien-Fleming Early Stopping Boundaries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Analysis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Sample %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Z-boundary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p-boundary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1st Interim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4.05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0.00005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2nd Interim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0.0051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3rd Interim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0.0226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0.0431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23232"/>
                </a:solidFill>
              </a:defRPr>
            </a:pPr>
            <a:r>
              <a:t>Key Validation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✓ 2-week burn-in period for novelty effects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✓ Segment analysis by psychological 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✓ Guardrail metrics for safety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✓ Bayesian alternative for flexible stopping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0392B"/>
                </a:solidFill>
              </a:defRPr>
            </a:pPr>
            <a:r>
              <a:t>Expected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828800" cy="1828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-20%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Cart Abandonment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70% → 50%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1097280"/>
            <a:ext cx="1828800" cy="1828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+10%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Conversion Rate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2.5% → 2.75%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97280"/>
            <a:ext cx="1828800" cy="18288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-67%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Checkout Time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4.5min → 1.5min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1828800" cy="18288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+23%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CSAT Score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6.5 → 8.0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23232"/>
                </a:solidFill>
              </a:defRPr>
            </a:pPr>
            <a:r>
              <a:t>Research-Driven Impact</a:t>
            </a:r>
          </a:p>
          <a:p>
            <a:br/>
            <a:r>
              <a:t>By translating psychiatry research on cognitive load, decision-making, and reward systems into practical e-commerce features, we expect significant improvements across all key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363</Words>
  <Application>Microsoft Macintosh PowerPoint</Application>
  <PresentationFormat>On-screen Show (16:9)</PresentationFormat>
  <Paragraphs>99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Ruan, Heqiao</cp:lastModifiedBy>
  <cp:revision>2</cp:revision>
  <dcterms:created xsi:type="dcterms:W3CDTF">2013-01-27T09:14:16Z</dcterms:created>
  <dcterms:modified xsi:type="dcterms:W3CDTF">2026-01-01T20:46:23Z</dcterms:modified>
  <cp:category/>
</cp:coreProperties>
</file>